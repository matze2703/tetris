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70" r:id="rId13"/>
    <p:sldId id="269" r:id="rId14"/>
    <p:sldId id="26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E519B-0CF5-CFDD-2EBC-5ADBC0C48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47A391-8CB1-8DE3-3556-9F61ACD3C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344415-B331-D25E-AF60-40971A35F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80FE23-744C-07D4-5CEA-F42C0634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DEEF14-E81D-785F-5082-9DD017EC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7703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5E573-90F6-8D85-0FFE-BAB21AAE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62447C-5453-C3FB-29E0-A256492F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045425-A36A-3DC8-A833-0EF67461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75C52C-BCA8-F2B4-2E9A-0E87754F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A00F5-8805-8DAE-D4B5-3D239CAA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4511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DDB6F-E912-DD33-886B-9ACA2579C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BF5688-3A02-B6D7-E9E6-66097EFA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765C6D-9598-9728-98AE-450BF1C8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1C7A67-9D4A-9BD4-42AD-C9336A18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A783E7-A8F6-8EFB-1F93-0AF34A0B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157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C9452D-18FC-5D05-CB34-790C2C30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71D0EE-BC1C-A4A5-A6D3-8EC6E5298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52BAAB-672C-7BDB-22D4-B04542942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317E8E-EFB9-6100-1B46-0DE49F37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51B15E-5783-8957-9701-27B18103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B54B90-1892-020E-B309-52C63C58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915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EC576-63C2-E6C6-88AB-A17B505D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229605-3D24-DA0F-C845-C168630B6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2F0488-9636-FF10-183C-81CF74280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618AAF7-E4F8-DA83-EEBC-E3C377AEB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A036929-F427-1E2E-7CAB-B22D65B18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CD82B0E-AD8C-9DE7-D507-EDE05DEB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EB5C2C-7FA3-3B38-0DE0-56697906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292851-FC88-1F3B-85CC-57C7AE01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853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36A17-BB7A-C356-C0B3-13999C48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2CE7C4-73C9-8A9A-4365-6CCA6ADD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0C54F-B73B-FC70-6582-FC87C282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9FECB0-5ADE-1648-CFC4-8F28DC31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538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E858CAF-F8E0-FC07-94B0-DC6A7087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E76D59-7EFA-1AE8-BCC6-952AB24C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BBE6F3-F787-6FFB-5F6D-B28DD4B5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056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9BB9F6-5D00-906A-AFB5-E9F070E7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361F8E-2BB5-517D-01EE-AA0816906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EF2EF5-8633-A695-DADF-0D07C6B2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D3F176-D513-D7DB-258B-898DB366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0723DC-A3C8-3FA8-40F4-E5B90299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99ECE6-8178-53E7-7589-3ED2F6AB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85875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25F3A-CAF9-9C1C-416B-221657C5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62A862-6B81-6913-3370-66E0AB321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10E8A6-82A0-8B6B-6F6E-C382A29EB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D76C9D-A5A8-7DA5-0397-5547FB0C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1F1C88-A1F9-1C67-306A-3017C840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D3DCF7-2944-828F-43D4-0FE5D580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984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1FFD2-DF3C-71EA-61D3-5C12254F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9A7C73-DD54-0EEC-BA4D-1FADEB1DF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A77957-C539-2112-BC40-7B16DB8E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519CDC-2306-AF98-1378-A0DD9113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811AB-02F3-DA26-26FD-75869B51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4964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9EC787-6575-0894-4E09-35F0E952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E3978A-CFFF-8BF2-96F0-57AB94590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20CB43-51BB-CC94-EA66-339D4F1E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BD8BB-40BF-D3FB-F988-49E1DAD5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B26CE7-E6AE-F282-D5E1-068BD14F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46008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5836D4-C422-1B27-AD06-71A4C778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B2C4B5-55D4-CCDE-A40B-E037EF2A7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B67C51-5600-298D-E861-BE51ACC31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DDB33-DE9C-4934-9EED-8E71DF301167}" type="datetimeFigureOut">
              <a:rPr lang="de-AT" smtClean="0"/>
              <a:t>15.06.2025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944320-A072-BEC6-9FA6-E0B076E13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F0F700-ED8F-009F-C2A1-9C1FC5669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A3019-C405-4D2B-BB52-E6192F9682A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570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154896A3-A7D1-67B7-A3A8-7567F8F326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B8D9A768-9EEE-7474-A197-28F608D06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0" y="3880830"/>
            <a:ext cx="9144000" cy="1098395"/>
          </a:xfrm>
        </p:spPr>
        <p:txBody>
          <a:bodyPr>
            <a:normAutofit fontScale="92500" lnSpcReduction="20000"/>
          </a:bodyPr>
          <a:lstStyle/>
          <a:p>
            <a:r>
              <a:rPr lang="de-AT" dirty="0">
                <a:solidFill>
                  <a:srgbClr val="FFFFFF"/>
                </a:solidFill>
                <a:latin typeface="Pixel Emulator" panose="02000500000000000000" pitchFamily="2" charset="0"/>
              </a:rPr>
              <a:t>Präsentiert von</a:t>
            </a:r>
          </a:p>
          <a:p>
            <a:r>
              <a:rPr lang="de-AT" dirty="0">
                <a:solidFill>
                  <a:srgbClr val="FFFFFF"/>
                </a:solidFill>
                <a:latin typeface="Pixel Emulator" panose="02000500000000000000" pitchFamily="2" charset="0"/>
              </a:rPr>
              <a:t>Aleksander </a:t>
            </a:r>
            <a:r>
              <a:rPr lang="de-AT" dirty="0" err="1">
                <a:solidFill>
                  <a:srgbClr val="FFFFFF"/>
                </a:solidFill>
                <a:latin typeface="Pixel Emulator" panose="02000500000000000000" pitchFamily="2" charset="0"/>
              </a:rPr>
              <a:t>paprzycki</a:t>
            </a:r>
            <a:r>
              <a:rPr lang="de-AT" dirty="0">
                <a:solidFill>
                  <a:srgbClr val="FFFFFF"/>
                </a:solidFill>
                <a:latin typeface="Pixel Emulator" panose="02000500000000000000" pitchFamily="2" charset="0"/>
              </a:rPr>
              <a:t> und</a:t>
            </a:r>
          </a:p>
          <a:p>
            <a:r>
              <a:rPr lang="de-AT" dirty="0">
                <a:solidFill>
                  <a:srgbClr val="FFFFFF"/>
                </a:solidFill>
                <a:latin typeface="Pixel Emulator" panose="02000500000000000000" pitchFamily="2" charset="0"/>
              </a:rPr>
              <a:t>Matthias </a:t>
            </a:r>
            <a:r>
              <a:rPr lang="de-AT" dirty="0" err="1">
                <a:solidFill>
                  <a:srgbClr val="FFFFFF"/>
                </a:solidFill>
                <a:latin typeface="Pixel Emulator" panose="02000500000000000000" pitchFamily="2" charset="0"/>
              </a:rPr>
              <a:t>exenberger</a:t>
            </a:r>
            <a:endParaRPr lang="de-AT" dirty="0">
              <a:solidFill>
                <a:srgbClr val="FFFFFF"/>
              </a:solidFill>
              <a:latin typeface="Pixel Emulator" panose="02000500000000000000" pitchFamily="2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7D02419-759D-6203-4C05-2629766209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766" y="1681103"/>
            <a:ext cx="6706795" cy="174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43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15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02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65929D8E-2AB4-6CD1-AA48-AC59E25AE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BA02A4-AE57-3DAC-DE11-85D4A4C97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Was ist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tetris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Warum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tetris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Struktur des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spiels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Interessante Codestellen</a:t>
            </a:r>
          </a:p>
          <a:p>
            <a:pPr marL="0" indent="0" algn="ctr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Live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google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demo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 algn="ctr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qna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endParaRPr lang="de-AT" dirty="0">
              <a:latin typeface="Pixel Emulator" panose="02000500000000000000" pitchFamily="2" charset="0"/>
            </a:endParaRPr>
          </a:p>
          <a:p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3320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5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5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511D-0917-3EB7-9B4A-E932040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A16D7C45-914C-0F9C-12AC-781FCE71E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7E061F-D598-13E0-8AAB-E7C5AE452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/>
          <a:lstStyle/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Was ist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tetris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?</a:t>
            </a: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Klassiker (seit 1984)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Gemacht von Alexei </a:t>
            </a:r>
            <a:r>
              <a:rPr lang="de-DE" sz="2000" dirty="0" err="1">
                <a:solidFill>
                  <a:schemeClr val="bg1"/>
                </a:solidFill>
                <a:latin typeface="Pixel Emulator" panose="02000500000000000000" pitchFamily="2" charset="0"/>
              </a:rPr>
              <a:t>Pajitnov</a:t>
            </a: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 in der Sowjetunion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Ziel: herabfallende Blöcke (</a:t>
            </a:r>
            <a:r>
              <a:rPr lang="de-DE" sz="2000" dirty="0" err="1">
                <a:solidFill>
                  <a:schemeClr val="bg1"/>
                </a:solidFill>
                <a:latin typeface="Pixel Emulator" panose="02000500000000000000" pitchFamily="2" charset="0"/>
              </a:rPr>
              <a:t>Tetrominos</a:t>
            </a: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) so anordnen, dass sie Reihen füllen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Vollständige Reihen verschwinden -&gt; Punkte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Spieltempo steigt mit dem Level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Level steigt nach jeden x vollständigen reihen (kann geändert werden)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sz="2000" dirty="0">
                <a:solidFill>
                  <a:schemeClr val="bg1"/>
                </a:solidFill>
                <a:latin typeface="Pixel Emulator" panose="02000500000000000000" pitchFamily="2" charset="0"/>
              </a:rPr>
              <a:t>Ende: wenn die Blöcke den oberen Bildschirmrand erreichen</a:t>
            </a: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</p:txBody>
      </p:sp>
      <p:pic>
        <p:nvPicPr>
          <p:cNvPr id="1026" name="Picture 2" descr="Tetris GIFs | Tenor">
            <a:extLst>
              <a:ext uri="{FF2B5EF4-FFF2-40B4-BE49-F238E27FC236}">
                <a16:creationId xmlns:a16="http://schemas.microsoft.com/office/drawing/2014/main" id="{2EF36174-E4AF-D622-101D-529E8698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571" y="403197"/>
            <a:ext cx="6590857" cy="605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4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45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5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85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807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0CB6-00E3-8C89-40D5-B1D62760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DD765B83-4FCC-8D83-20AC-8804427D4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7D33BD-28DF-7DAE-67EF-82986244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/>
          <a:lstStyle/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Warum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tetris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?</a:t>
            </a: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Es ist cool.</a:t>
            </a: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Besser als blockblast.</a:t>
            </a: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9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5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5CE4-EE54-3AFB-3E6D-3E4082782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513CFC02-26D5-4691-1E8E-B968C88A7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422AC4-5335-622C-3DC2-B466D0954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Struktur des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spiels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0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302E8-4925-6B8C-B9B0-C7C13C56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DD40F3CA-3F0F-C84D-DF19-28FFAB9E6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8B771-EBCB-A0FE-B9A1-393E53647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/>
          <a:lstStyle/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Programmiersprache: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Python</a:t>
            </a: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Verwendete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libraries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:</a:t>
            </a: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Pygame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Random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Os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Time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Sys</a:t>
            </a: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Subprocess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Cryptography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5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60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65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07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08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359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70F5-3DA1-929D-7E97-842E682ED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28C16463-124A-8D8F-F64B-81207687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841E3-F809-3184-459B-8CB85617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/>
          <a:lstStyle/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Aufgeteilt in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states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Bootup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menu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game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Pause</a:t>
            </a: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Options</a:t>
            </a:r>
          </a:p>
          <a:p>
            <a:pPr marL="0" indent="0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Leaderboard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Game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over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States sind unabhängig voneinander</a:t>
            </a:r>
          </a:p>
        </p:txBody>
      </p:sp>
    </p:spTree>
    <p:extLst>
      <p:ext uri="{BB962C8B-B14F-4D97-AF65-F5344CB8AC3E}">
        <p14:creationId xmlns:p14="http://schemas.microsoft.com/office/powerpoint/2010/main" val="67350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5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407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8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0C8F1-0F8F-C36E-D9A9-3C8B907B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91785717-3E76-7B5F-A42F-C55E425B1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6F5167-445D-A5C5-1BDC-9A3E5517C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Interessante codestellen</a:t>
            </a: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27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FE8D-93B3-A9FB-7AC7-4A2D32D2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CE35DF08-445F-F89E-C7DB-4F03930BE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B5526-D5B6-DFB1-17F2-7EE97AEF4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Taskbar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icon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73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A986-2B5E-EE3F-78A4-A654E650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7F61883F-EB85-A614-E791-4132E60FC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FCE94-3247-611A-0F2E-3D09386C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Etwas mit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ki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 und nicht mi</a:t>
            </a:r>
          </a:p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[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placeholder</a:t>
            </a: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 title ]</a:t>
            </a:r>
          </a:p>
        </p:txBody>
      </p:sp>
    </p:spTree>
    <p:extLst>
      <p:ext uri="{BB962C8B-B14F-4D97-AF65-F5344CB8AC3E}">
        <p14:creationId xmlns:p14="http://schemas.microsoft.com/office/powerpoint/2010/main" val="385587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C126-ECF7-E178-762E-21D4141AA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E9F178CB-8185-4352-DAAB-BF45C3B9E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BCD7E1-3029-D8F1-0FD4-A96BF2BCD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t"/>
          <a:lstStyle/>
          <a:p>
            <a:pPr marL="0" indent="0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Insert funny code </a:t>
            </a:r>
            <a:r>
              <a:rPr lang="de-AT" dirty="0" err="1">
                <a:solidFill>
                  <a:schemeClr val="bg1"/>
                </a:solidFill>
                <a:latin typeface="Pixel Emulator" panose="02000500000000000000" pitchFamily="2" charset="0"/>
              </a:rPr>
              <a:t>here</a:t>
            </a:r>
            <a:endParaRPr lang="de-AT" dirty="0">
              <a:solidFill>
                <a:schemeClr val="bg1"/>
              </a:solidFill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78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4E86-39D8-EF79-EC6F-C555CA6B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83D366B5-4789-93CB-7291-2F4E3D686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28C3F1-293B-8F15-9A5F-53F3D1A1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Tetris time</a:t>
            </a: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591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1A4A-3185-4387-A872-9A85580B2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AC0B8FD2-97E2-6F17-0C7B-F779F6650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96B6B7-B0B8-FF22-8365-43CC0858E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Fragen?</a:t>
            </a:r>
          </a:p>
          <a:p>
            <a:pPr marL="0" indent="0">
              <a:buNone/>
            </a:pPr>
            <a:endParaRPr lang="de-AT" dirty="0">
              <a:latin typeface="Pixel Emulator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35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55277-5628-8B5C-D124-3220A7AD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Farbigkeit, Screenshot, Grafiken, Pixel enthält.&#10;&#10;KI-generierte Inhalte können fehlerhaft sein.">
            <a:extLst>
              <a:ext uri="{FF2B5EF4-FFF2-40B4-BE49-F238E27FC236}">
                <a16:creationId xmlns:a16="http://schemas.microsoft.com/office/drawing/2014/main" id="{4D686E30-F2B8-3479-DBA4-E00B9A2BD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afik 8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12325A9A-33E4-4875-1612-28B7F8725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FBD055-A236-201D-0A27-D28E348B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0744"/>
            <a:ext cx="10515600" cy="5716219"/>
          </a:xfrm>
        </p:spPr>
        <p:txBody>
          <a:bodyPr anchor="ctr"/>
          <a:lstStyle/>
          <a:p>
            <a:pPr marL="0" indent="0" algn="ctr"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Danke für die Aufmerksamkeit</a:t>
            </a: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723C6EA-D787-954A-C57F-DEB5AE920791}"/>
              </a:ext>
            </a:extLst>
          </p:cNvPr>
          <p:cNvSpPr txBox="1">
            <a:spLocks/>
          </p:cNvSpPr>
          <p:nvPr/>
        </p:nvSpPr>
        <p:spPr>
          <a:xfrm>
            <a:off x="4690145" y="3060957"/>
            <a:ext cx="10515600" cy="515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_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259459D-42B4-384C-4EDF-C30C5EE919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5439" y="2446269"/>
            <a:ext cx="7561121" cy="196546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CE15FA3-1BAA-1CD6-422C-34CA9B6C288D}"/>
              </a:ext>
            </a:extLst>
          </p:cNvPr>
          <p:cNvSpPr txBox="1"/>
          <p:nvPr/>
        </p:nvSpPr>
        <p:spPr>
          <a:xfrm>
            <a:off x="4032249" y="4775200"/>
            <a:ext cx="412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dirty="0">
                <a:solidFill>
                  <a:schemeClr val="bg1"/>
                </a:solidFill>
                <a:latin typeface="Pixel Emulator" panose="02000500000000000000" pitchFamily="2" charset="0"/>
              </a:rPr>
              <a:t>Nur 50.99€</a:t>
            </a:r>
          </a:p>
        </p:txBody>
      </p:sp>
    </p:spTree>
    <p:extLst>
      <p:ext uri="{BB962C8B-B14F-4D97-AF65-F5344CB8AC3E}">
        <p14:creationId xmlns:p14="http://schemas.microsoft.com/office/powerpoint/2010/main" val="2031568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1"/>
                            </p:stCondLst>
                            <p:childTnLst>
                              <p:par>
                                <p:cTn id="1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iterate type="lt">
                                    <p:tmPct val="0"/>
                                  </p:iterate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1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5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1"/>
                            </p:stCondLst>
                            <p:childTnLst>
                              <p:par>
                                <p:cTn id="21" presetID="35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1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251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10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Breitbild</PresentationFormat>
  <Paragraphs>64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Pixel Emulator</vt:lpstr>
      <vt:lpstr>Symbol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PAPRZYCKI Aleksander, SchülerIn</dc:creator>
  <cp:lastModifiedBy>PAPRZYCKI Aleksander, SchülerIn</cp:lastModifiedBy>
  <cp:revision>12</cp:revision>
  <dcterms:created xsi:type="dcterms:W3CDTF">2025-06-15T12:01:50Z</dcterms:created>
  <dcterms:modified xsi:type="dcterms:W3CDTF">2025-06-15T20:31:09Z</dcterms:modified>
</cp:coreProperties>
</file>